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 CLOSET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기반 의류 쇼핑몰 구축 프로젝트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인증·보안 중심의 실서비스 품질 쇼핑몰  ―  DB 설계와 핵심 기능 중심 발표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138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개발인원 1인  ·  2026. 07. 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github.com/lalala5772/shopping-mall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무엇을, 왜 만들었는가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기능의 수를 늘리는 대신, 인증·보안 영역을 중심으로 각 기능이 실제 서비스에 투입해도 무리 없는 품질을 갖추는 것을 핵심 방향으로 삼았다.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60320" cy="18745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14600"/>
            <a:ext cx="109728" cy="18745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1인 개발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기획-설계-개발-배포-발표까지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과정을 단독 수행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2560320" cy="18745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514600"/>
            <a:ext cx="109728" cy="1874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4주 스프린트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3154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A-SEM(분석-설계-개발-테스트-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오픈/안정화) 폭포수 기반 진행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2560320" cy="187452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514600"/>
            <a:ext cx="109728" cy="1874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 우선순위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"무엇을 만들었나"보다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"어떤 위협을 어떻게 방어했나"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관점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없는 자기주도 프로젝트이므로 요구사항 협의·인수테스트는 자체 기준으로 대체하고, 설계·테스트 단계에 가중치를 부여하는 방향으로 A-SEM 프로세스를 테일러링했다.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한 대 위에서 3개 컨테이너로 구성 — 비용 효율과 운영 단순성을 우선했다.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6B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22860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290779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종료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리버스 프록시 · 443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286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F6F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9077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SSR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· 8080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22860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2487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41080" y="29077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내부망 전용 · 3306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미개방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2862072"/>
            <a:ext cx="411480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2862072"/>
            <a:ext cx="411480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2862072"/>
            <a:ext cx="411480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160520"/>
            <a:ext cx="1056132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· EC2 1대(t3.small) · Docker Compose로 3개 컨테이너 기동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663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애플리케이션 내부 구조: Controller → Service → Repository → Domain 레이어드 아키텍처. 인증/인가는 Config, 예외 처리는 Global 패키지로 횡단 관심사를 분리한다.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5166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push → Actions(테스트 → 이미지 빌드 → GHCR push) → EC2에서 이미지 pull &amp; 재기동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ERD &amp; 설계 포인트</a:t>
            </a:r>
            <a:endParaRPr lang="en-US" sz="3000" dirty="0"/>
          </a:p>
        </p:txBody>
      </p:sp>
      <p:pic>
        <p:nvPicPr>
          <p:cNvPr id="4" name="Image 0" descr="/sessions/busy-beautiful-knuth/mnt/outputs/erd/shopping_mall_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694944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82296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435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비정규화 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71907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product.thumbnail_url — 목록 조회 시 조인 없이 대표이미지 즉시 반환 (읽기 성능 우선)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633472"/>
            <a:ext cx="82296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비정규화 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2889504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order_item.product_name/price — 주문 시점 스냅샷 저장. 상품가격이 바뀌거나 삭제돼도 주문 이력은 불변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803904"/>
            <a:ext cx="82296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3776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비정규화 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18120" y="405993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orders.total_price — 매 조회마다 SUM 재계산 대신 주문 확정 시점 값을 저장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4974336"/>
            <a:ext cx="82296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4946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유지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18120" y="523036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회원·카테고리·상품·이미지·장바구니는 3NF 유지 — 소규모 트래픽엔 조인 비용보다 무결성이 더 중요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/ 로그인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16916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· 검색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6916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상세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6916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16916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/ 결제완료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169164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84080" y="169164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1F6F4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7232" y="169164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관리자(/admin)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364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· 수정 · 목록 관리   /   주문 목록 조회 및 상태 변경(주문완료 → 배송중 → 배송완료)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5212080" cy="868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필터 + 페이징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Pageable 기반 목록 조회, 카테고리별 조건 검색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3977640"/>
            <a:ext cx="5212080" cy="868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1인 1카트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1:1 cart, cart_item unique(cart_id, product_id)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5212080" cy="868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1023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시 재고 차감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트랜잭션 내 처리, 동시 주문 대비 낙관적 락 적용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5029200"/>
            <a:ext cx="5212080" cy="8686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51023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 주문 이력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 스냅샷 기반이라 상품이 바뀌어도 과거 주문은 그대로 표시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위협 모델링 → 방어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프로젝트의 차별화 지점 — "무엇을 막았고, 어떻게 검증했는가"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585216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평문/약한 비밀번호 저장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57800" y="1965960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해시 저장, 최소 길이·복잡도 검증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58521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624328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24328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고정 공격(Session Fixation)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57800" y="2624328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성공 시 세션 ID 재발급(Spring Security 기본 정책 활성화)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10881360" cy="585216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82696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82696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CSRF(사이트 간 요청 위조)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3282696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+ Spring Security CSRF 토큰 자동 검증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41064"/>
            <a:ext cx="10881360" cy="58521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941064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41064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XSS(저장형 스크립트 삽입)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3941064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자동 이스케이프 + 입력값 검증(상품명·리뷰 등)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99432"/>
            <a:ext cx="10881360" cy="585216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599432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9943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없는 관리자 페이지 접근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4599432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기반 인가(hasRole ADMIN) + 메서드 보안 이중 체크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881360" cy="58521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257800"/>
            <a:ext cx="73152" cy="585216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257800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 로그인 시도 추적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5257800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login_history 테이블에 성공/실패, IP 기록 → 이상 탐지 근거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STANDARDS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확장을 고려한 코드 표준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개발하지만, 다른 사람이 봐도 구조를 바로 이해할 수 있도록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34747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패키지 구조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domain(엔티티) / repository / 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6301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web(controller, dto) / config / global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37997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엔티티를 화면에 직접 노출하지 않고 DTO로 분리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148840"/>
            <a:ext cx="34747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예외 처리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BusinessException 계층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3712" y="36301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@ControllerAdvice로 일괄 처리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437997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사용자에게 스택트레이스 미노출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10144" y="214884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2148840"/>
            <a:ext cx="347472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&amp; 동시성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38744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경계는 Service 계층으로 통일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38744" y="36301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방지: fetch join 명시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38744" y="437997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차감은 낙관적 락(@Version)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전략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875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main(배포) / feature 브랜치 전략 · 커밋 컨벤션(feat/fix/test/docs/chore) · PR 셀프 리뷰 체크리스트에 보안 항목 포함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트래픽이 늘어난다면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구조에서 다음 단계로 자연스럽게 확장 가능하도록 설계했다.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200" y="2103120"/>
            <a:ext cx="640080" cy="64008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이미지 → S3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디스크 대신 오브젝트 스토리지로 분리, EC2 디스크 부담 제거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42316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조회 캐시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Cache 추상화 자리 확보 → 트래픽 증가 시 Redis로 교체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42316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고도화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3429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카테고리/키워드 검색을 Elasticsearch로 확장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242316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829800" y="21031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696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분리 여지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9680" y="3429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레이어드 구조 + DTO 분리로 주문/상품 도메인 서비스 분리가 용이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관점: 지금은 EC2 t3.small 1대로 충분하며, 위 로드맵은 트래픽 증가라는 조건이 실제로 발생했을 때만 순차 적용한다.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6868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4297680"/>
            <a:ext cx="20116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CLOSET  ·  Spring Boot 쇼핑몰 구축 프로젝트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github.com/lalala5772/shopping-mall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2026-07-24T15:31:59Z</dcterms:created>
  <dcterms:modified xsi:type="dcterms:W3CDTF">2026-07-24T15:31:59Z</dcterms:modified>
</cp:coreProperties>
</file>